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Occlusion by feature group (CNN,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Nothing hidden</c:v>
                  </c:pt>
                  <c:pt idx="1">
                    <c:v>Left hand hidden</c:v>
                  </c:pt>
                  <c:pt idx="2">
                    <c:v>Right hand hidden</c:v>
                  </c:pt>
                  <c:pt idx="3">
                    <c:v>Body pose hidden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94.5</c:v>
                </c:pt>
                <c:pt idx="1">
                  <c:v>79.3</c:v>
                </c:pt>
                <c:pt idx="2">
                  <c:v>36.6</c:v>
                </c:pt>
                <c:pt idx="3">
                  <c:v>16.4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Test accuracy change, percentage points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vs baseline (pp)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Baseline 75.4%</c:v>
                  </c:pt>
                  <c:pt idx="1">
                    <c:v>- left hand</c:v>
                  </c:pt>
                  <c:pt idx="2">
                    <c:v>- z coordinate</c:v>
                  </c:pt>
                  <c:pt idx="3">
                    <c:v>- pose</c:v>
                  </c:pt>
                  <c:pt idx="4">
                    <c:v>- right hand</c:v>
                  </c:pt>
                  <c:pt idx="5">
                    <c:v>Pose only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0.8</c:v>
                </c:pt>
                <c:pt idx="2">
                  <c:v>-1.6</c:v>
                </c:pt>
                <c:pt idx="3">
                  <c:v>-10</c:v>
                </c:pt>
                <c:pt idx="4">
                  <c:v>-23.1</c:v>
                </c:pt>
                <c:pt idx="5">
                  <c:v>-26.8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Voice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3: explainability, GAN augmentation and live-use findings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Radha Krishna  |  CB.SC.U4CSE23134  |  23CSE461 NNDL  |  Group 1 (Team 1)  |  15-Oct-2026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are: BiLSTM vs 1D CNN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94.55%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 test 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188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246888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91.74%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test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188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48056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 ms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latency (BiLSTM 4.12)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188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922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737 K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params (BiLSTM 2.67 M)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517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 ISL word classes, 4,276 clips from INCLUDE; 642 held-out test clips (seed 42, stratified by class)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MediaPipe Holistic landmarks, 60 frames x 225 values, not pixels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model: 1D CNN, higher accuracy and about 5x faster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Teammate's Transformer is reported separately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paper: INCLUDE (ACM Multimedia 2020)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Sridhar et al., "INCLUDE: A Large Scale Dataset for Indian Sign Language Recognition", doi:10.1145/3394171.3413528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263-class ISL word videos (IIT Bombay / AI4Bharat, CC BY-NC-SA); we use 261 classes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baseline works on video frames; ours works on landmark skeletons, which makes models small and fast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BiLSTM vs 1D CNN comparison, ablation, robustness / explainability audit, a working local web app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stays with its owners; only derived landmark tensors are shared.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Explainability: what does the CNN look at?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18872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body pose hurts most (94.5 to 16.4%): the model leans heavily on pose position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hand matters more than left (36.6% vs 79.3%)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Frame-by-frame occlusion shows no single dead zone; the whole sign carries information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dependence on pose explains the camera-position failure found later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 augmentation: tried, did not help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94.08%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real data only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188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246888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93.30%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real + GAN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188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48056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-0.78 pp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test accuracy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6032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2,871 synthetic clips generated (class-conditional GAN, seed 42); training set 2,993 to 5,864 clips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recognised the intended class in only 17% of synthetic clips: they are not realistic signs yet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motion changes about 2.2x faster frame to frame than real signs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report honestly; we do not ship GAN data. The 94.08% here is a separate retrain, not the 94.55% headline model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Calibration: can we trust the confidence?</a:t>
            </a:r>
            <a:endParaRPr lang="en-US" sz="3000" dirty="0"/>
          </a:p>
        </p:txBody>
      </p:sp>
      <p:pic>
        <p:nvPicPr>
          <p:cNvPr id="3" name="Image 0" descr="calibration_reliabil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4754880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03520" y="11887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expected calibration error 0.034; temperature scaling (T = 0.82) gives 0.024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predictions average 0.70 confidence vs 0.92 when right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only predictions &gt;= 0.9 confidence: 98.0% accuracy on 77% of clips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app uses a 0.5 confidence floor and shows nothing below it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Live-use findings: why webcam detection failed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on the 642 test clips; not yet measured with live webcam users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09728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+ retrained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2.5x closer, 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pose to the dataset's signer position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s sign in 5 s live buffer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the stream into signs by hand visibility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Left-handed signer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toggle mirrors the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retrained on position-normalised data: 95.95% on the same 642 test clips (research model 94.55%)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not retrained yet (61.7% through the live path). Users must lower their hands between words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study (1D CNN, 8 epochs, 1 seed)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18872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hand and pose carry most of the signal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hand and z add little (may be noise: one seed only)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8-epoch runs give 75%, below the 94.55% full-length model: read the ranking, not the level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run: augmentation, architecture, temporal and data-size groups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 used, limits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MediaPipe Holistic (landmarks), PyTorch (training), FastAPI + React (app); Claude (Anthropic) assisted with code, tests and documents, with every reported number reproduced from the repository's scripts and logs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split is by class, not signer; 261 words only; no facial expression; live accuracy with real webcam users not yet measured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run the webcam test plan (MT-17 to MT-20), retrain the BiLSTM on position-normalised data, publish the dataset on IEEE DataPort, signer-disjoint evaluation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Silent Voice - Review 3</dc:title>
  <dc:subject>PptxGenJS Presentation</dc:subject>
  <dc:creator>PptxGenJS</dc:creator>
  <cp:lastModifiedBy>PptxGenJS</cp:lastModifiedBy>
  <cp:revision>1</cp:revision>
  <dcterms:created xsi:type="dcterms:W3CDTF">2026-10-15T05:38:56Z</dcterms:created>
  <dcterms:modified xsi:type="dcterms:W3CDTF">2026-10-15T05:38:56Z</dcterms:modified>
</cp:coreProperties>
</file>