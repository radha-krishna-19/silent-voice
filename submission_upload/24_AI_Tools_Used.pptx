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Tools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to build and understand Silent Voice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Radha Krishna  |  CB.SC.U4CSE23134  |  23CSE461 NNDL  |  Group 1 (Team 1)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MediaPipe Holistic - the real input pipeline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each webcam frame into 21 left-hand + 21 right-hand + 33 pose landmarks (x,y,z) before any model sees 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actual tool Silent Voice runs on every frame, not a demo - it is why the model trains on a (60,225) tensor instead of raw pixels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 ourselves (not a generic demo) is what let us find the camera-position bug: a signer 2.5x closer than the training data produced almost unrecognisable landmarks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google.github.io/mediapipe - run against our own webcam, not a screenshot of someone else's.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Netron - inspecting our own trained model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Netron (netron.app) opens a .pt/.onnx file and draws its actual computation graph - layer by layer, with real tensor shapes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 backend/models/cnn.pt: shows the 5 Conv1d-BatchNorm-GELU blocks, the avg+max pooling concatenation, and the final 261-way linear layer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exported model matches what models.py defines - useful for catching an export bug before deployment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screenshot yourself: open netron.app, upload backend/models/cnn.pt (or export to ONNX first), and capture the graph.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 Playground - why GELU/Adam over the naive defaults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toy 2D classifier playground (playground.tensorflow.org) - useful for building intuition about activation choice and learning rate before touching the real 225-dim problem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Tanh and a high learning rate, the toy network oscillates and fails to separate two interleaved classes - the same failure mode seen early in our own CNN training runs before settling on GELU + Adam(1e-3)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actual choice (documented in 21_Activation_Functions_Hyperparameters.docx) was grounded in what the real model's validation curve showed, not the toy demo - the demo is only for intuition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- if you want a screenshot, run your own experiment on the site and capture it; do not reuse someone else's run.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Optuna - how we would tune hyperparameters next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(optuna.org) automates hyperparameter search: it proposes a trial (e.g. learning rate, dropout), trains, scores it, and uses past trials to propose better ones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run on Silent Voice - our hyperparameters (lr=1e-3, dropout=0.3, batch=32) were chosen from standard defaults and one manual pass, not a search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next step: wrap _train.run() in an Optuna objective sweeping learning rate, dropout and hidden width, scored on validation accuracy over ~20-30 trials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status: this is a planned tool use, not a completed run - stated as such rather than faked.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(Anthropic) - development assistance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throughout development for writing and debugging code, building the automated test suites (backend/test_*.py), and drafting documentation and slide decks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quoted anywhere in this project is reproduced by running the project's own scripts against the real dataset and checkpoints - Claude did not invent results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code and documentation assistance. The model training, the dataset, and the measured results are the project's own work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Silent Voice - AI Tools</dc:title>
  <dc:subject>PptxGenJS Presentation</dc:subject>
  <dc:creator>PptxGenJS</dc:creator>
  <cp:lastModifiedBy>PptxGenJS</cp:lastModifiedBy>
  <cp:revision>1</cp:revision>
  <dcterms:created xsi:type="dcterms:W3CDTF">2026-10-15T18:46:30Z</dcterms:created>
  <dcterms:modified xsi:type="dcterms:W3CDTF">2026-10-15T18:46:30Z</dcterms:modified>
</cp:coreProperties>
</file>